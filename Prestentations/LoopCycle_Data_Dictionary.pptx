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3A83E"/>
                </a:solidFill>
              </a:rPr>
              <a:t>LoopCycle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Data Dictionary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8AD"/>
                </a:solidFill>
              </a:rPr>
              <a:t>26 tables across 5 domains  ·  Comment · Sales · Carts · Support · Posts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A83E"/>
                </a:solidFill>
              </a:rPr>
              <a:t>Comment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13232"/>
            <a:ext cx="3291840" cy="310896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11880" y="713232"/>
            <a:ext cx="8321040" cy="310896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749808"/>
            <a:ext cx="3291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1" dirty="0">
                <a:solidFill>
                  <a:srgbClr val="1E3A2F"/>
                </a:solidFill>
              </a:rPr>
              <a:t>Excel File</a:t>
            </a:r>
            <a:endParaRPr sz="1000" b="1" dirty="0">
              <a:solidFill>
                <a:srgbClr val="1E3A2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85032" y="74980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3A2F"/>
                </a:solidFill>
              </a:rPr>
              <a:t>Description &amp; 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24128"/>
            <a:ext cx="32918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11880" y="1024128"/>
            <a:ext cx="83210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024128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" y="1056132"/>
            <a:ext cx="3227832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loopcycle_instagram_comments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1056132"/>
            <a:ext cx="8193024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Comments on Instagram posts with sentiment labels — tracks customer sentiment and topics discussed in IG post comments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657096"/>
            <a:ext cx="32918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11880" y="1657096"/>
            <a:ext cx="83210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1657096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1689100"/>
            <a:ext cx="3227832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loopcycle_reviews_amazon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1689100"/>
            <a:ext cx="8193024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Amazon product reviews with ratings and helpful votes — monitors product quality feedback and seller service on Amazon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290064"/>
            <a:ext cx="32918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11880" y="2290064"/>
            <a:ext cx="83210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8600" y="2290064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" y="2322068"/>
            <a:ext cx="3227832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loopcycle_reviews_blibli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2322068"/>
            <a:ext cx="8193024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Blibli order reviews with merchant replies — tracks product satisfaction and merchant response quality on Blibli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923032"/>
            <a:ext cx="32918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11880" y="2923032"/>
            <a:ext cx="83210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8600" y="2923032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" y="2955036"/>
            <a:ext cx="3227832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loopcycle_reviews_google_store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8" y="2955036"/>
            <a:ext cx="8193024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Google Maps/Store reviews of the physical studio — monitors in-store experience and brand perception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556000"/>
            <a:ext cx="32918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11880" y="3556000"/>
            <a:ext cx="83210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28600" y="3556000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2608" y="3588004"/>
            <a:ext cx="3227832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loopcycle_reviews_lazada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5888" y="3588004"/>
            <a:ext cx="8193024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Lazada order reviews with separate seller/delivery ratings — analyses product, seller, and delivery feedback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4188968"/>
            <a:ext cx="32918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11880" y="4188968"/>
            <a:ext cx="83210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28600" y="4188968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2608" y="4220972"/>
            <a:ext cx="3227832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loopcycle_reviews_shopee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8" y="4220972"/>
            <a:ext cx="8193024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Shopee order reviews with seller replies — tracks customer satisfaction and response rates on Shopee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4821936"/>
            <a:ext cx="32918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11880" y="4821936"/>
            <a:ext cx="83210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28600" y="4821936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2608" y="4853940"/>
            <a:ext cx="3227832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loopcycle_reviews_shopify_website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75888" y="4853940"/>
            <a:ext cx="8193024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Website (Shopify) product reviews — captures direct-to-consumer product feedback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5454904"/>
            <a:ext cx="32918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611880" y="5454904"/>
            <a:ext cx="83210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28600" y="5454904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92608" y="5486908"/>
            <a:ext cx="3227832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loopcycle_reviews_tiktok_shop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75888" y="5486908"/>
            <a:ext cx="8193024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TikTok Shop order reviews — monitors product feedback from TikTok-driven purchases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6087872"/>
            <a:ext cx="32918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611880" y="6087872"/>
            <a:ext cx="8321040" cy="63296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28600" y="6087872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2608" y="6119876"/>
            <a:ext cx="3227832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loopcycle_reviews_tokopedia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75888" y="6119876"/>
            <a:ext cx="8193024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Tokopedia order reviews with seller responses — tracks product satisfaction on Tokopedia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A83E"/>
                </a:solidFill>
              </a:rPr>
              <a:t>Sales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13232"/>
            <a:ext cx="3291840" cy="310896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11880" y="713232"/>
            <a:ext cx="8321040" cy="310896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7498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3A2F"/>
                </a:solidFill>
              </a:rPr>
              <a:t>Table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5032" y="74980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3A2F"/>
                </a:solidFill>
              </a:rPr>
              <a:t>Description &amp; 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24128"/>
            <a:ext cx="3291840" cy="113934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11880" y="1024128"/>
            <a:ext cx="8321040" cy="113934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024128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" y="1056132"/>
            <a:ext cx="3227832" cy="1075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loopcycle_tote_orders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1056132"/>
            <a:ext cx="8193024" cy="1075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Individual order-level records across all channels with revenue, cost, and attribution — core sales ledger for analysing revenue, margin, and channel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163470"/>
            <a:ext cx="3291840" cy="113934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11880" y="2163470"/>
            <a:ext cx="8321040" cy="113934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2163470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2195474"/>
            <a:ext cx="3227832" cy="1075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loopcycle_tote_daily_sales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2195474"/>
            <a:ext cx="8193024" cy="1075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Aggregated daily sales by platform with revenue and profit — high-level daily sales tracking across channels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302812"/>
            <a:ext cx="3291840" cy="113934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11880" y="3302812"/>
            <a:ext cx="8321040" cy="113934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8600" y="3302812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" y="3334816"/>
            <a:ext cx="3227832" cy="1075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loopcycle_tote_post_sales_lift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3334816"/>
            <a:ext cx="8193024" cy="1075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Sales lift per Instagram post in 24h, 72h, and 7-day windows — measures the revenue impact of each IG post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442155"/>
            <a:ext cx="3291840" cy="113934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11880" y="4442155"/>
            <a:ext cx="8321040" cy="113934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8600" y="4442155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" y="4474159"/>
            <a:ext cx="3227832" cy="1075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shopify_abandoned_checkouts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8" y="4474159"/>
            <a:ext cx="8193024" cy="1075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Shopify checkouts started but not completed, with recovery attempts — identifies and helps recover lost website revenue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5581497"/>
            <a:ext cx="3291840" cy="113934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11880" y="5581497"/>
            <a:ext cx="8321040" cy="113934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28600" y="5581497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2608" y="5613501"/>
            <a:ext cx="3227832" cy="1075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instagram_abandoned_conversations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5888" y="5613501"/>
            <a:ext cx="8193024" cy="1075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Instagram DM conversations where a customer enquired but didn't purchase — recovers sales leads that dropped off in DMs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A83E"/>
                </a:solidFill>
              </a:rPr>
              <a:t>Sales Data / Abandoned Carts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13232"/>
            <a:ext cx="3291840" cy="310896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11880" y="713232"/>
            <a:ext cx="8321040" cy="310896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7498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3A2F"/>
                </a:solidFill>
              </a:rPr>
              <a:t>Table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5032" y="74980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3A2F"/>
                </a:solidFill>
              </a:rPr>
              <a:t>Description &amp; 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24128"/>
            <a:ext cx="32918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11880" y="1024128"/>
            <a:ext cx="83210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024128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" y="1056132"/>
            <a:ext cx="32278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shopify_checkout_funnel_daily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1056132"/>
            <a:ext cx="8193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Daily Shopify funnel metrics from sessions to completed orders — measures website conversion and abandonment rates day by 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837944"/>
            <a:ext cx="32918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11880" y="1837944"/>
            <a:ext cx="83210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1837944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1869948"/>
            <a:ext cx="32278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amazon_traffic_daily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1869948"/>
            <a:ext cx="8193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Daily Amazon product page sessions, views, and units ordered — tracks Amazon traffic quality and conversion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651760"/>
            <a:ext cx="32918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11880" y="2651760"/>
            <a:ext cx="83210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8600" y="2651760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" y="2683764"/>
            <a:ext cx="32278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lazada_product_funnel_daily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2683764"/>
            <a:ext cx="8193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Daily Lazada funnel from page views to orders with cart abandonment — measures conversion and drop-off at each funnel stage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465576"/>
            <a:ext cx="32918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11880" y="3465576"/>
            <a:ext cx="83210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8600" y="3465576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" y="3497580"/>
            <a:ext cx="32278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shopee_product_funnel_daily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8" y="3497580"/>
            <a:ext cx="8193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Daily Shopee funnel from visitors to paid orders — tracks Shopee conversion across the full purchase funnel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4279392"/>
            <a:ext cx="32918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11880" y="4279392"/>
            <a:ext cx="83210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28600" y="4279392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2608" y="4311396"/>
            <a:ext cx="32278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tokopedia_product_funnel_daily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5888" y="4311396"/>
            <a:ext cx="8193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Daily Tokopedia funnel from views to buyers — monitors Tokopedia conversion and cart abandonment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5093208"/>
            <a:ext cx="32918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11880" y="5093208"/>
            <a:ext cx="83210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28600" y="5093208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2608" y="5125212"/>
            <a:ext cx="32278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blibli_product_funnel_daily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8" y="5125212"/>
            <a:ext cx="8193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Daily Blibli funnel from page views to orders — tracks Blibli funnel performance and cart abandonment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5907024"/>
            <a:ext cx="32918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11880" y="5907024"/>
            <a:ext cx="83210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28600" y="5907024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2608" y="5939028"/>
            <a:ext cx="32278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tiktok_shop_product_funnel_daily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75888" y="5939028"/>
            <a:ext cx="8193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Daily TikTok Shop funnel from impressions to orders by traffic source — measures TikTok Shop conversion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A83E"/>
                </a:solidFill>
              </a:rPr>
              <a:t>Call Centre / Ticket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13232"/>
            <a:ext cx="3291840" cy="310896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11880" y="713232"/>
            <a:ext cx="8321040" cy="310896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7498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3A2F"/>
                </a:solidFill>
              </a:rPr>
              <a:t>Table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5032" y="74980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3A2F"/>
                </a:solidFill>
              </a:rPr>
              <a:t>Description &amp; 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24128"/>
            <a:ext cx="3291840" cy="1898904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11880" y="1024128"/>
            <a:ext cx="8321040" cy="1898904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024128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" y="1056132"/>
            <a:ext cx="3227832" cy="1834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loopcycle_support_tickets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1056132"/>
            <a:ext cx="8193024" cy="1834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Support tickets with category, priority, SLA tracking, resolution, and compensation — manages and analyses customer issues end-to-end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923032"/>
            <a:ext cx="3291840" cy="1898904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11880" y="2923032"/>
            <a:ext cx="8321040" cy="1898904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2923032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2955036"/>
            <a:ext cx="3227832" cy="1834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loopcycle_support_ticket_messages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2955036"/>
            <a:ext cx="8193024" cy="1834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Individual messages within each support ticket thread — full conversation history for ticket resolution 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821936"/>
            <a:ext cx="3291840" cy="1898904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11880" y="4821936"/>
            <a:ext cx="8321040" cy="1898904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8600" y="4821936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" y="4853940"/>
            <a:ext cx="3227832" cy="1834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loopcycle_call_centre_log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4853940"/>
            <a:ext cx="8193024" cy="1834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Inbound/outbound call records with wait times, talk times, agent, and linked ticket — tracks call centre activity, agent performance, and SLA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A83E"/>
                </a:solidFill>
              </a:rPr>
              <a:t>Post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13232"/>
            <a:ext cx="3291840" cy="310896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11880" y="713232"/>
            <a:ext cx="8321040" cy="310896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7498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3A2F"/>
                </a:solidFill>
              </a:rPr>
              <a:t>Table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5032" y="74980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3A2F"/>
                </a:solidFill>
              </a:rPr>
              <a:t>Description &amp; 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24128"/>
            <a:ext cx="32918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11880" y="1024128"/>
            <a:ext cx="83210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024128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" y="1056132"/>
            <a:ext cx="32278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loopcycle_instagram_posts_flat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1056132"/>
            <a:ext cx="8193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Raw Instagram post metrics (reach, views, likes, comments, shares, saves) — source of truth for IG post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837944"/>
            <a:ext cx="32918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11880" y="1837944"/>
            <a:ext cx="83210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1837944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1869948"/>
            <a:ext cx="32278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loopcycle_post_kpis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1869948"/>
            <a:ext cx="8193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Enriched post KPIs with engagement rates, performance indices, and modelled audience attributes — enables deep-dive analysis on post performance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651760"/>
            <a:ext cx="32918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11880" y="2651760"/>
            <a:ext cx="83210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8600" y="2651760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" y="2683764"/>
            <a:ext cx="32278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loopcycle_post_views_time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2683764"/>
            <a:ext cx="8193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Views broken down by hour-of-day per post — shows when audiences watch content to optimise posting times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465576"/>
            <a:ext cx="32918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11880" y="3465576"/>
            <a:ext cx="83210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8600" y="3465576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" y="3497580"/>
            <a:ext cx="32278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loopcycle_post_audience_age_gender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8" y="3497580"/>
            <a:ext cx="8193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Age/gender breakdown of the audience reached by each post — shows which demographics each post resonates with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4279392"/>
            <a:ext cx="32918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11880" y="4279392"/>
            <a:ext cx="83210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28600" y="4279392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2608" y="4311396"/>
            <a:ext cx="32278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loopcycle_post_audience_location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5888" y="4311396"/>
            <a:ext cx="8193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Geographic breakdown of audience reached by each post — shows which cities/regions each post reaches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5093208"/>
            <a:ext cx="32918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11880" y="5093208"/>
            <a:ext cx="83210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28600" y="5093208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2608" y="5125212"/>
            <a:ext cx="32278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loopcycle_audience_age_gender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8" y="5125212"/>
            <a:ext cx="8193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Overall Instagram account follower/reach breakdown by age and gender — shows the overall audience profile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5907024"/>
            <a:ext cx="32918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11880" y="5907024"/>
            <a:ext cx="8321040" cy="813816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28600" y="5907024"/>
            <a:ext cx="11612880" cy="6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2608" y="5939028"/>
            <a:ext cx="32278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F0E6"/>
                </a:solidFill>
              </a:rPr>
              <a:t>loopcycle_audience_location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75888" y="5939028"/>
            <a:ext cx="8193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Overall Instagram account follower/reach breakdown by city — shows where the broader audience base is located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E3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810</Words>
  <Application>Microsoft Macintosh PowerPoint</Application>
  <PresentationFormat>Widescreen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Prasad, Bharath</cp:lastModifiedBy>
  <cp:revision>2</cp:revision>
  <dcterms:created xsi:type="dcterms:W3CDTF">2013-01-27T09:14:16Z</dcterms:created>
  <dcterms:modified xsi:type="dcterms:W3CDTF">2026-10-08T08:47:21Z</dcterms:modified>
  <cp:category/>
</cp:coreProperties>
</file>